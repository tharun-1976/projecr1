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E7D50"/>
                </a:solidFill>
              </a:defRPr>
            </a:pPr>
            <a:r>
              <a:t>FITTRACK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423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630"/>
                </a:solidFill>
              </a:defRPr>
            </a:pPr>
            <a:r>
              <a:t>Fitness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4612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A6469"/>
                </a:solidFill>
              </a:defRPr>
            </a:pPr>
            <a:r>
              <a:t>Track • Improve • Achieve</a:t>
            </a:r>
          </a:p>
          <a:p>
            <a:pPr>
              <a:defRPr sz="1600">
                <a:solidFill>
                  <a:srgbClr val="5A6469"/>
                </a:solidFill>
              </a:defRPr>
            </a:pPr>
            <a:r>
              <a:t>A web-based fitness tracking and activity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FitTrack is a web-based Fitness Tracker designed to help users monitor their daily fitness activities.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The system allows users to create an account, log in, set a fitness goal and manage activity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Users can track steps, water intake, heart rate and workout records.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An Admin Portal is included to monitor registered users and workout records.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The project focuses on simple, organized and user-friendly fitness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Provide a simple platform for recording fitness activities.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Allow users to manage personal fitness goals.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Track important daily indicators such as steps, water, heart rate and calories.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Maintain workout history with duration, calories and date.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Provide administrators with centralized user and workout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3. Main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713232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35607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50"/>
                </a:solidFill>
              </a:defRPr>
            </a:pPr>
            <a:r>
              <a:t>Home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35607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630"/>
                </a:solidFill>
              </a:defRPr>
            </a:pPr>
            <a:r>
              <a:t>Project introduction, Get Started, Login, Sign Up and Admin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713232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50"/>
                </a:solidFill>
              </a:defRPr>
            </a:pPr>
            <a:r>
              <a:t>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50008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630"/>
                </a:solidFill>
              </a:defRPr>
            </a:pPr>
            <a:r>
              <a:t>Login and account creation with fitness goal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10698480" cy="713232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6440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50"/>
                </a:solidFill>
              </a:defRPr>
            </a:pPr>
            <a:r>
              <a:t>Fitness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64408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630"/>
                </a:solidFill>
              </a:defRPr>
            </a:pPr>
            <a:r>
              <a:t>Daily statistics, profile, activity updates and workout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0698480" cy="713232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7880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50"/>
                </a:solidFill>
              </a:defRPr>
            </a:pPr>
            <a:r>
              <a:t>Workout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78808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630"/>
                </a:solidFill>
              </a:defRPr>
            </a:pPr>
            <a:r>
              <a:t>Stores workout name, duration, calories and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698480" cy="713232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9320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50"/>
                </a:solidFill>
              </a:defRPr>
            </a:pPr>
            <a:r>
              <a:t>Admin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093208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630"/>
                </a:solidFill>
              </a:defRPr>
            </a:pPr>
            <a:r>
              <a:t>Admin login, user monitoring and workout record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4. User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Account creation using full name, email and password.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Fitness goal options: Weight Loss, Muscle Gain, Stay Fit and Improve Endurance.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Dashboard displays Calories Burned, Steps, Water and Heart Rate.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Daily activity values can be updated by the user.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Profile section displays name, email and selected fitness goal.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Users can add workouts and view their workout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5. Workout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The Add Workout form records the workout name.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Duration is entered in minutes.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Calories burned are recorded for each workout.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 date is selected for the workout record.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Workout History presents records in a table.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The table contains Workout, Duration, Calories and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6.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Separate Admin Portal provides administrative access.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Admin Dashboard displays Total Users, Total Workouts, Total Calories and Activity Records.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Registered Users table shows Name, Email and Fitness Goal.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All Workout Records table shows User, Workout, Duration, Calories and Date.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This module helps administrators monitor overall FitTrack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7.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508760" cy="914400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4203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630"/>
                </a:solidFill>
              </a:defRPr>
            </a:pPr>
            <a:r>
              <a:t>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9112" y="25786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7D50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39" y="2331720"/>
            <a:ext cx="1508760" cy="914400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1" y="254203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630"/>
                </a:solidFill>
              </a:defRPr>
            </a:pPr>
            <a:r>
              <a:t>Sign Up /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1" y="25786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7D50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331720"/>
            <a:ext cx="1508760" cy="914400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54203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630"/>
                </a:solidFill>
              </a:defRPr>
            </a:pPr>
            <a:r>
              <a:t>User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1" y="25786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7D5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2331720"/>
            <a:ext cx="1508760" cy="914400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254203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630"/>
                </a:solidFill>
              </a:defRPr>
            </a:pPr>
            <a:r>
              <a:t>Update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25786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7D50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331720"/>
            <a:ext cx="1508760" cy="914400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54203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630"/>
                </a:solidFill>
              </a:defRPr>
            </a:pPr>
            <a:r>
              <a:t>Add Workout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5786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7D50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331720"/>
            <a:ext cx="1508760" cy="914400"/>
          </a:xfrm>
          <a:prstGeom prst="roundRect">
            <a:avLst/>
          </a:prstGeom>
          <a:solidFill>
            <a:srgbClr val="F2F7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54203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630"/>
                </a:solidFill>
              </a:defRPr>
            </a:pPr>
            <a:r>
              <a:t>View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2630"/>
                </a:solidFill>
              </a:defRPr>
            </a:pPr>
            <a:r>
              <a:t>Admin workflow: Admin Login → Admin Dashboard → View Users → View All Workout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8.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HTML – structures the Home Page, authentication pages, dashboards, forms and tables.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CSS – linked through style.css to control the visual design and layout.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JavaScript – linked through script.js for page actions, form handling and dashboard interactions.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Web browser – used to run and interact with the FitTrack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9.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Centralizes important fitness activity information in one dashboard.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Makes workout recording simple and organized.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Helps users monitor daily activity values.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Provides a clear history of completed workouts.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Provides administrators with an overview of users and workout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Connect the application to a database for persistent storage.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Add wearable-device or sensor integration for automatic activity tracking.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Add charts and progress reports for fitness trends.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Add personalized workout and fitness recommendations.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Add notifications and goal reminders.</a:t>
            </a:r>
          </a:p>
          <a:p>
            <a:pPr>
              <a:spcAft>
                <a:spcPts val="1200"/>
              </a:spcAft>
              <a:defRPr sz="2000">
                <a:solidFill>
                  <a:srgbClr val="1C2630"/>
                </a:solidFill>
              </a:defRPr>
            </a:pPr>
            <a:r>
              <a:t>• Improve security and role-based access for users and administrators.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630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C2630"/>
                </a:solidFill>
              </a:defRPr>
            </a:pPr>
            <a:r>
              <a:t>FitTrack provides a simple web-based solution for fitness activity tracking.</a:t>
            </a:r>
          </a:p>
          <a:p>
            <a:pPr algn="ctr">
              <a:defRPr sz="2100">
                <a:solidFill>
                  <a:srgbClr val="5A6469"/>
                </a:solidFill>
              </a:defRPr>
            </a:pPr>
            <a:r>
              <a:t>It combines user authentication, activity monitoring, workout management and an admin portal.</a:t>
            </a:r>
          </a:p>
          <a:p>
            <a:pPr algn="ctr">
              <a:defRPr sz="2300" b="1">
                <a:solidFill>
                  <a:srgbClr val="2E7D50"/>
                </a:solidFill>
              </a:defRPr>
            </a:pPr>
            <a:r>
              <a:t>Track • Improve •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BEDCC8"/>
                </a:solidFill>
              </a:defRPr>
            </a:pPr>
            <a:r>
              <a:t>FITTRACK – Fitness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